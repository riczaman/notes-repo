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10312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Culture Objectives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301752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Behaviour Expectations by Level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35661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 embed culture and risk expectations into the (How) of every objective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TIER: SVP+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Culture Expectations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106070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with disciplined accountability — own outcomes and escalate risk early rather than absorbing it silently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trade-offs explicit — prioritize enterprise value over business-unit or functional silos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the status quo with courage — remove barriers that limit enterprise-wide outcomes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 with consistency — apply clear, auditable standards rather than case-by-case exceptions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enterprise relationships — align peer leaders around shared outcomes, not isolated wins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4846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phrase that best fits the role's specific HOW — do not list multiple expectations in one objective.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TIER: PEOPLE LEADERS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Culture Expectations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106070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disciplined execution — clarify priorities and remove blockers for the team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risk early — escalate transparently rather than resolving issues quietly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the team accountable to review checkpoints and documented standards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the behaviour expected of the team, not just the outcomes expected of it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TIER: INDIVIDUAL CONTRIBUTORS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Culture Expectations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106070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documented controls and standards consistently, without shortcuts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issues and concerns promptly through the appropriate channel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required risk and compliance training on time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ownership of the quality and accuracy of individual work product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Risk Culture Objectives</dc:title>
  <dc:subject>PptxGenJS Presentation</dc:subject>
  <dc:creator>Demo</dc:creator>
  <cp:lastModifiedBy>Demo</cp:lastModifiedBy>
  <cp:revision>1</cp:revision>
  <dcterms:created xsi:type="dcterms:W3CDTF">2026-06-21T13:57:58Z</dcterms:created>
  <dcterms:modified xsi:type="dcterms:W3CDTF">2026-06-21T13:57:58Z</dcterms:modified>
</cp:coreProperties>
</file>