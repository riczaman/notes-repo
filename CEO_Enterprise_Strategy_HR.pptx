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Strategy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 Function — FY26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Priority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0332720" cy="2286000"/>
          </a:xfrm>
          <a:prstGeom prst="rect">
            <a:avLst/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16459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the driving force on talent, culture, and workforce effectiveness to advance bank performance.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Enterprise / CEO Strategy — HR Function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Strategy - HR Function</dc:title>
  <dc:subject>PptxGenJS Presentation</dc:subject>
  <dc:creator>Demo</dc:creator>
  <cp:lastModifiedBy>Demo</cp:lastModifiedBy>
  <cp:revision>1</cp:revision>
  <dcterms:created xsi:type="dcterms:W3CDTF">2026-06-21T13:55:49Z</dcterms:created>
  <dcterms:modified xsi:type="dcterms:W3CDTF">2026-06-21T13:55:49Z</dcterms:modified>
</cp:coreProperties>
</file>